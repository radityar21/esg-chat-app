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IFRS S2: Climate Performance Summary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GENERIC_FI_001  |  FY2024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9144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22024814.173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tCO₂e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Total GHG Emissions (Scope 1+2+3)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9144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239.400139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tCO₂e/IDR Bn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Revenue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914400"/>
            <a:ext cx="2011680" cy="9144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3.36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score (1-5)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PCAF Data Quality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914400"/>
            <a:ext cx="2011680" cy="9144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100.0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%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Financed Emissions Coverage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457200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0" y="2011680"/>
            <a:ext cx="3840480" cy="1371600"/>
          </a:xfrm>
          <a:prstGeom prst="roundRect">
            <a:avLst/>
          </a:prstGeom>
          <a:solidFill>
            <a:srgbClr val="FFF8E1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0312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8F00"/>
                </a:solidFill>
              </a:defRPr>
            </a:pPr>
            <a:r>
              <a:t>⚡ Key Insight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Scope 1 naik 2.36% sementara peers turun 8–12% — diesel over-reliance (64.7%) adalah gap driver utama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Priority Actions &amp; Compliance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IFRS S2: Climate  |  FY2024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029200" cy="38404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A6B"/>
                </a:solidFill>
              </a:defRPr>
            </a:pPr>
            <a:r>
              <a:t>⚡ Priority Actions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1. Establish science-based sector decarbonization targets for Energy - Oi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2. Launch borrower engagement program targeting top 50 clients in high-ca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3. Conduct IFRS S2-compliant scenario analysis using NGFS 1.5°C and 2°C p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4. Develop transition finance product suite for cement and steel sectors 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5. Implement gender diversity action plan to reverse declining female 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914400"/>
            <a:ext cx="3383280" cy="3840480"/>
          </a:xfrm>
          <a:prstGeom prst="roundRect">
            <a:avLst/>
          </a:prstGeom>
          <a:solidFill>
            <a:srgbClr val="FCE4EC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0058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IFRS S2: Climate Compliance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Scope 1 &amp; 2 Disclosed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Scope 3 PCAF Disclosed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Intensity Metrics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⚠️ Reduction Targets (Partial)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❌ Transition Plan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❌ Scenario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